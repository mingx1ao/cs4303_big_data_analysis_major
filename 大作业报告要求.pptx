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4"/>
    <p:restoredTop sz="94704"/>
  </p:normalViewPr>
  <p:slideViewPr>
    <p:cSldViewPr snapToGrid="0">
      <p:cViewPr varScale="1">
        <p:scale>
          <a:sx n="120" d="100"/>
          <a:sy n="120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DC4F9-6BB3-B3E0-F882-D4D335001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C899A2-0526-FE51-0C86-0F72F7E7A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D66BE8-BC64-5FD1-35AE-31EFD328A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069B-E916-624A-B4EB-E08B37C189DE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B4DE4-8D87-E26B-FD3D-2C156FBA8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806FC6-3DD2-6E98-02BD-0F0E2DD8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D81-B574-384F-B695-5FDA62A58C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76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48E04E-4531-29F5-AAC2-7A519355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EE5717-1B2E-C246-B395-DFE4E5881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9938BB-445C-BF06-6F0A-2849205F9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069B-E916-624A-B4EB-E08B37C189DE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FCCBB5-0D95-0079-BCE5-56E36B97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888462-44AE-D74B-86CB-1A749D75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D81-B574-384F-B695-5FDA62A58C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11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4994D-2F58-CAF4-9A94-3795DFE8B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85A553-3EDF-6DEC-1BB5-52888B87D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360C4F-C9C0-FACD-625E-37F5A2BC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069B-E916-624A-B4EB-E08B37C189DE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ABC6FC-13E3-0139-BFEC-72F4F3FC1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5A8237-0110-37AC-DE1F-EAA3BC4FC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D81-B574-384F-B695-5FDA62A58C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6142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35CF6-F696-1D2F-591A-6267300C8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6A6C17-D550-F028-59CF-2232AEBB75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16D080-A709-2330-203A-022DC61E1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1CEC8B-A349-37A9-46AB-51406232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069B-E916-624A-B4EB-E08B37C189DE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D2D404-2176-D7BD-F4C7-06F1ABA5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DAE076-CB5B-BDBC-AC9C-8243BB68D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D81-B574-384F-B695-5FDA62A58C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2767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9294C-A167-A2F0-EA92-52AF5C646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88225F-50E8-875C-26A9-426AF9FBC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C13794-C390-75B2-6087-90F2736EC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49555A-877D-8898-9774-A4BA10E831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78726F-543E-AB57-190A-35C326311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D66E60-6B20-5C56-E1A8-02EFE8FA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069B-E916-624A-B4EB-E08B37C189DE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BA3DEB-77A1-3963-BC57-C982F324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BE948C-E79A-B158-D60C-88087EAD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D81-B574-384F-B695-5FDA62A58C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118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AED5A-15FA-FC1C-89AB-939D5F13F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96F82B-D549-31D4-7C95-4192A04B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069B-E916-624A-B4EB-E08B37C189DE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F29B54-846E-6C77-83C7-3AB6E791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09D103-02F2-4062-9D1B-5B1785BD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D81-B574-384F-B695-5FDA62A58C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241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FA275D-937B-C2A4-311F-8E67288B9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069B-E916-624A-B4EB-E08B37C189DE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AE2C6D-8753-7A25-827F-3457CC31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75F5D2-5CAE-8458-76B2-D676A454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D81-B574-384F-B695-5FDA62A58C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594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4C8EA-8777-BCD4-A9CA-0C6CEFEB6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FDA6F0-779A-3F0D-8B34-FC13E6F62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D1568E-F282-0B56-7112-AB7AB8B36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4FD623-C1CE-37EA-66D3-070AD1367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069B-E916-624A-B4EB-E08B37C189DE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C6703F-DDE5-DDA7-F405-64D5CAEA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0468B2-7F89-6C0F-31DA-7427DC30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D81-B574-384F-B695-5FDA62A58C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3155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C69100-5981-9BAF-E2D6-D8AFF3B9B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B3B7FE-E3B1-2ACA-069F-EBBCA8F68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93963B-3F91-A382-028D-C67C37DE4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6B0D04-DE7A-8C36-9217-58CD6233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069B-E916-624A-B4EB-E08B37C189DE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F198F9-CFAD-70F4-76F0-EAD0DC15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D45A94-A394-B67E-27D8-D21A04DF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D81-B574-384F-B695-5FDA62A58C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285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19D9F-9056-E61D-3276-252253B27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48E45A-3C3A-11DF-FE42-0B6E94BA0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2E1B37-49B7-379D-E89C-B6A859E6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069B-E916-624A-B4EB-E08B37C189DE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FF9DCF-16F4-2239-9A9F-983FDFC28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4BCBC-EE80-1165-CAF9-5CA64968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D81-B574-384F-B695-5FDA62A58C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4009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F075F4-579F-F98A-8E7B-CA5E7EFF2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4C5E9A-CA66-A68E-94FE-EB28C89FE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933958-7E14-9F7A-D4AF-8D49AD454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069B-E916-624A-B4EB-E08B37C189DE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30BE1-3AC6-5F1C-D250-1781BB1A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BC3109-FF86-0905-BF30-CDD1367ED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3D81-B574-384F-B695-5FDA62A58C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1696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C550BBD-E579-EEA5-41B2-D8615A25D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3280DD-5DD9-B6B7-81BD-40236884E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EB1151-10D0-C471-1129-4583FA40A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7069B-E916-624A-B4EB-E08B37C189DE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C7C4EC-A462-6433-3D1A-65AD69E60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D1C8C9-B485-CE69-BBBA-DCFF2CAA7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73D81-B574-384F-B695-5FDA62A58C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0876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881FB-A396-2675-542E-4732E155C0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大作业报告要求</a:t>
            </a:r>
          </a:p>
        </p:txBody>
      </p:sp>
    </p:spTree>
    <p:extLst>
      <p:ext uri="{BB962C8B-B14F-4D97-AF65-F5344CB8AC3E}">
        <p14:creationId xmlns:p14="http://schemas.microsoft.com/office/powerpoint/2010/main" val="326579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A17F4D-F4B5-28C9-C796-C11F49FBF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950"/>
            <a:ext cx="10515600" cy="5006100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采用综述报告使用的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Latex/Word</a:t>
            </a: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模版</a:t>
            </a:r>
            <a:endParaRPr kumimoji="1"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报告使用英文</a:t>
            </a:r>
            <a:endParaRPr kumimoji="1"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报告框架：</a:t>
            </a:r>
            <a:endParaRPr kumimoji="1"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(Related Works)</a:t>
            </a:r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1"/>
            <a:r>
              <a:rPr kumimoji="1"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238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6157</TotalTime>
  <Words>34</Words>
  <Application>Microsoft Macintosh PowerPoint</Application>
  <PresentationFormat>宽屏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SimSun</vt:lpstr>
      <vt:lpstr>Arial</vt:lpstr>
      <vt:lpstr>Times New Roman</vt:lpstr>
      <vt:lpstr>Office 主题​​</vt:lpstr>
      <vt:lpstr>大作业报告要求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大作业报告要求</dc:title>
  <dc:creator>poxz754931779@gmail.com</dc:creator>
  <cp:lastModifiedBy>凯 龙</cp:lastModifiedBy>
  <cp:revision>7</cp:revision>
  <dcterms:created xsi:type="dcterms:W3CDTF">2023-12-21T00:03:11Z</dcterms:created>
  <dcterms:modified xsi:type="dcterms:W3CDTF">2025-11-19T12:20:27Z</dcterms:modified>
</cp:coreProperties>
</file>